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Bold" charset="1" panose="00000800000000000000"/>
      <p:regular r:id="rId15"/>
    </p:embeddedFont>
    <p:embeddedFont>
      <p:font typeface="Open Sauce Heavy" charset="1" panose="00000A00000000000000"/>
      <p:regular r:id="rId16"/>
    </p:embeddedFont>
    <p:embeddedFont>
      <p:font typeface="Proxima Nova Bold" charset="1" panose="02000506030000020004"/>
      <p:regular r:id="rId17"/>
    </p:embeddedFont>
    <p:embeddedFont>
      <p:font typeface="League Spartan" charset="1" panose="00000800000000000000"/>
      <p:regular r:id="rId18"/>
    </p:embeddedFont>
    <p:embeddedFont>
      <p:font typeface="Proxima Nova" charset="1" panose="0200050603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jpe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86411">
            <a:off x="-3736473" y="7527737"/>
            <a:ext cx="15613996" cy="4079156"/>
          </a:xfrm>
          <a:custGeom>
            <a:avLst/>
            <a:gdLst/>
            <a:ahLst/>
            <a:cxnLst/>
            <a:rect r="r" b="b" t="t" l="l"/>
            <a:pathLst>
              <a:path h="4079156" w="15613996">
                <a:moveTo>
                  <a:pt x="0" y="0"/>
                </a:moveTo>
                <a:lnTo>
                  <a:pt x="15613996" y="0"/>
                </a:lnTo>
                <a:lnTo>
                  <a:pt x="15613996" y="4079157"/>
                </a:lnTo>
                <a:lnTo>
                  <a:pt x="0" y="407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5259331" y="-784732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0" y="0"/>
                </a:moveTo>
                <a:lnTo>
                  <a:pt x="7315200" y="0"/>
                </a:lnTo>
                <a:lnTo>
                  <a:pt x="7315200" y="3904488"/>
                </a:lnTo>
                <a:lnTo>
                  <a:pt x="0" y="390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364403" y="-182097"/>
            <a:ext cx="12223109" cy="10651194"/>
            <a:chOff x="0" y="0"/>
            <a:chExt cx="9398000" cy="8189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0" cy="8189367"/>
            </a:xfrm>
            <a:custGeom>
              <a:avLst/>
              <a:gdLst/>
              <a:ahLst/>
              <a:cxnLst/>
              <a:rect r="r" b="b" t="t" l="l"/>
              <a:pathLst>
                <a:path h="8189367" w="9398000">
                  <a:moveTo>
                    <a:pt x="9398000" y="0"/>
                  </a:moveTo>
                  <a:lnTo>
                    <a:pt x="0" y="8189367"/>
                  </a:lnTo>
                  <a:lnTo>
                    <a:pt x="9398000" y="8189367"/>
                  </a:lnTo>
                  <a:lnTo>
                    <a:pt x="9398000" y="0"/>
                  </a:lnTo>
                  <a:close/>
                </a:path>
              </a:pathLst>
            </a:custGeom>
            <a:blipFill>
              <a:blip r:embed="rId6"/>
              <a:stretch>
                <a:fillRect l="-52391" t="-8257" r="0" b="-825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911606">
            <a:off x="8281731" y="-4737821"/>
            <a:ext cx="2410021" cy="23647483"/>
            <a:chOff x="0" y="0"/>
            <a:chExt cx="634738" cy="6228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738" cy="6228143"/>
            </a:xfrm>
            <a:custGeom>
              <a:avLst/>
              <a:gdLst/>
              <a:ahLst/>
              <a:cxnLst/>
              <a:rect r="r" b="b" t="t" l="l"/>
              <a:pathLst>
                <a:path h="6228143" w="634738">
                  <a:moveTo>
                    <a:pt x="0" y="0"/>
                  </a:moveTo>
                  <a:lnTo>
                    <a:pt x="634738" y="0"/>
                  </a:lnTo>
                  <a:lnTo>
                    <a:pt x="634738" y="6228143"/>
                  </a:lnTo>
                  <a:lnTo>
                    <a:pt x="0" y="6228143"/>
                  </a:lnTo>
                  <a:close/>
                </a:path>
              </a:pathLst>
            </a:custGeom>
            <a:gradFill rotWithShape="true">
              <a:gsLst>
                <a:gs pos="0">
                  <a:srgbClr val="366980">
                    <a:alpha val="100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4738" cy="6266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495114" y="1334992"/>
            <a:ext cx="7617015" cy="7617015"/>
          </a:xfrm>
          <a:custGeom>
            <a:avLst/>
            <a:gdLst/>
            <a:ahLst/>
            <a:cxnLst/>
            <a:rect r="r" b="b" t="t" l="l"/>
            <a:pathLst>
              <a:path h="7617015" w="7617015">
                <a:moveTo>
                  <a:pt x="0" y="0"/>
                </a:moveTo>
                <a:lnTo>
                  <a:pt x="7617016" y="0"/>
                </a:lnTo>
                <a:lnTo>
                  <a:pt x="7617016" y="7617016"/>
                </a:lnTo>
                <a:lnTo>
                  <a:pt x="0" y="76170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51245" y="1929995"/>
            <a:ext cx="6049424" cy="6427011"/>
          </a:xfrm>
          <a:custGeom>
            <a:avLst/>
            <a:gdLst/>
            <a:ahLst/>
            <a:cxnLst/>
            <a:rect r="r" b="b" t="t" l="l"/>
            <a:pathLst>
              <a:path h="6427011" w="6049424">
                <a:moveTo>
                  <a:pt x="0" y="0"/>
                </a:moveTo>
                <a:lnTo>
                  <a:pt x="6049424" y="0"/>
                </a:lnTo>
                <a:lnTo>
                  <a:pt x="6049424" y="6427010"/>
                </a:lnTo>
                <a:lnTo>
                  <a:pt x="0" y="6427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31506" y="2862155"/>
            <a:ext cx="4544232" cy="45442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25046" t="0" r="-2504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3617754" y="8890732"/>
            <a:ext cx="11806576" cy="1396268"/>
            <a:chOff x="0" y="0"/>
            <a:chExt cx="1508702" cy="1784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08702" cy="178422"/>
            </a:xfrm>
            <a:custGeom>
              <a:avLst/>
              <a:gdLst/>
              <a:ahLst/>
              <a:cxnLst/>
              <a:rect r="r" b="b" t="t" l="l"/>
              <a:pathLst>
                <a:path h="178422" w="1508702">
                  <a:moveTo>
                    <a:pt x="203200" y="178422"/>
                  </a:moveTo>
                  <a:lnTo>
                    <a:pt x="1305502" y="178422"/>
                  </a:lnTo>
                  <a:lnTo>
                    <a:pt x="1508702" y="0"/>
                  </a:lnTo>
                  <a:lnTo>
                    <a:pt x="0" y="0"/>
                  </a:lnTo>
                  <a:lnTo>
                    <a:pt x="203200" y="178422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-38100"/>
              <a:ext cx="1254702" cy="21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8100000">
            <a:off x="14876196" y="-4778665"/>
            <a:ext cx="4584947" cy="9887645"/>
            <a:chOff x="0" y="0"/>
            <a:chExt cx="1207558" cy="26041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558" cy="2604153"/>
            </a:xfrm>
            <a:custGeom>
              <a:avLst/>
              <a:gdLst/>
              <a:ahLst/>
              <a:cxnLst/>
              <a:rect r="r" b="b" t="t" l="l"/>
              <a:pathLst>
                <a:path h="2604153" w="1207558">
                  <a:moveTo>
                    <a:pt x="0" y="0"/>
                  </a:moveTo>
                  <a:lnTo>
                    <a:pt x="1207558" y="0"/>
                  </a:lnTo>
                  <a:lnTo>
                    <a:pt x="1207558" y="2604153"/>
                  </a:lnTo>
                  <a:lnTo>
                    <a:pt x="0" y="2604153"/>
                  </a:lnTo>
                  <a:close/>
                </a:path>
              </a:pathLst>
            </a:custGeom>
            <a:gradFill rotWithShape="true">
              <a:gsLst>
                <a:gs pos="0">
                  <a:srgbClr val="0B5285">
                    <a:alpha val="100000"/>
                  </a:srgbClr>
                </a:gs>
                <a:gs pos="50000">
                  <a:srgbClr val="0B5285">
                    <a:alpha val="71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07558" cy="2642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8100000">
            <a:off x="7739032" y="6965659"/>
            <a:ext cx="4584947" cy="9887645"/>
            <a:chOff x="0" y="0"/>
            <a:chExt cx="1207558" cy="26041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7558" cy="2604153"/>
            </a:xfrm>
            <a:custGeom>
              <a:avLst/>
              <a:gdLst/>
              <a:ahLst/>
              <a:cxnLst/>
              <a:rect r="r" b="b" t="t" l="l"/>
              <a:pathLst>
                <a:path h="2604153" w="1207558">
                  <a:moveTo>
                    <a:pt x="0" y="0"/>
                  </a:moveTo>
                  <a:lnTo>
                    <a:pt x="1207558" y="0"/>
                  </a:lnTo>
                  <a:lnTo>
                    <a:pt x="1207558" y="2604153"/>
                  </a:lnTo>
                  <a:lnTo>
                    <a:pt x="0" y="2604153"/>
                  </a:lnTo>
                  <a:close/>
                </a:path>
              </a:pathLst>
            </a:custGeom>
            <a:gradFill rotWithShape="true">
              <a:gsLst>
                <a:gs pos="0">
                  <a:srgbClr val="0B5285">
                    <a:alpha val="100000"/>
                  </a:srgbClr>
                </a:gs>
                <a:gs pos="50000">
                  <a:srgbClr val="0B5285">
                    <a:alpha val="71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07558" cy="2642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079893" y="882821"/>
            <a:ext cx="742704" cy="742704"/>
          </a:xfrm>
          <a:custGeom>
            <a:avLst/>
            <a:gdLst/>
            <a:ahLst/>
            <a:cxnLst/>
            <a:rect r="r" b="b" t="t" l="l"/>
            <a:pathLst>
              <a:path h="742704" w="742704">
                <a:moveTo>
                  <a:pt x="0" y="0"/>
                </a:moveTo>
                <a:lnTo>
                  <a:pt x="742704" y="0"/>
                </a:lnTo>
                <a:lnTo>
                  <a:pt x="742704" y="742704"/>
                </a:lnTo>
                <a:lnTo>
                  <a:pt x="0" y="742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01831" y="6532753"/>
            <a:ext cx="742704" cy="742704"/>
          </a:xfrm>
          <a:custGeom>
            <a:avLst/>
            <a:gdLst/>
            <a:ahLst/>
            <a:cxnLst/>
            <a:rect r="r" b="b" t="t" l="l"/>
            <a:pathLst>
              <a:path h="742704" w="742704">
                <a:moveTo>
                  <a:pt x="0" y="0"/>
                </a:moveTo>
                <a:lnTo>
                  <a:pt x="742704" y="0"/>
                </a:lnTo>
                <a:lnTo>
                  <a:pt x="742704" y="742704"/>
                </a:lnTo>
                <a:lnTo>
                  <a:pt x="0" y="742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8100000">
            <a:off x="17477136" y="-2589616"/>
            <a:ext cx="3158636" cy="6487180"/>
            <a:chOff x="0" y="0"/>
            <a:chExt cx="831904" cy="17085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1904" cy="1708558"/>
            </a:xfrm>
            <a:custGeom>
              <a:avLst/>
              <a:gdLst/>
              <a:ahLst/>
              <a:cxnLst/>
              <a:rect r="r" b="b" t="t" l="l"/>
              <a:pathLst>
                <a:path h="1708558" w="831904">
                  <a:moveTo>
                    <a:pt x="0" y="0"/>
                  </a:moveTo>
                  <a:lnTo>
                    <a:pt x="831904" y="0"/>
                  </a:lnTo>
                  <a:lnTo>
                    <a:pt x="831904" y="1708558"/>
                  </a:lnTo>
                  <a:lnTo>
                    <a:pt x="0" y="170855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1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31904" cy="1746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8287351">
            <a:off x="5446030" y="8741331"/>
            <a:ext cx="4645285" cy="5898577"/>
            <a:chOff x="0" y="0"/>
            <a:chExt cx="1223450" cy="15535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3450" cy="1553535"/>
            </a:xfrm>
            <a:custGeom>
              <a:avLst/>
              <a:gdLst/>
              <a:ahLst/>
              <a:cxnLst/>
              <a:rect r="r" b="b" t="t" l="l"/>
              <a:pathLst>
                <a:path h="1553535" w="1223450">
                  <a:moveTo>
                    <a:pt x="0" y="0"/>
                  </a:moveTo>
                  <a:lnTo>
                    <a:pt x="1223450" y="0"/>
                  </a:lnTo>
                  <a:lnTo>
                    <a:pt x="1223450" y="1553535"/>
                  </a:lnTo>
                  <a:lnTo>
                    <a:pt x="0" y="155353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1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23450" cy="1591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65775" y="1482096"/>
            <a:ext cx="374773" cy="432638"/>
          </a:xfrm>
          <a:custGeom>
            <a:avLst/>
            <a:gdLst/>
            <a:ahLst/>
            <a:cxnLst/>
            <a:rect r="r" b="b" t="t" l="l"/>
            <a:pathLst>
              <a:path h="432638" w="374773">
                <a:moveTo>
                  <a:pt x="0" y="0"/>
                </a:moveTo>
                <a:lnTo>
                  <a:pt x="374774" y="0"/>
                </a:lnTo>
                <a:lnTo>
                  <a:pt x="374774" y="432638"/>
                </a:lnTo>
                <a:lnTo>
                  <a:pt x="0" y="4326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556140" y="2122829"/>
            <a:ext cx="2595839" cy="2592594"/>
          </a:xfrm>
          <a:custGeom>
            <a:avLst/>
            <a:gdLst/>
            <a:ahLst/>
            <a:cxnLst/>
            <a:rect r="r" b="b" t="t" l="l"/>
            <a:pathLst>
              <a:path h="2592594" w="2595839">
                <a:moveTo>
                  <a:pt x="0" y="0"/>
                </a:moveTo>
                <a:lnTo>
                  <a:pt x="2595839" y="0"/>
                </a:lnTo>
                <a:lnTo>
                  <a:pt x="2595839" y="2592594"/>
                </a:lnTo>
                <a:lnTo>
                  <a:pt x="0" y="25925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17969" y="3846331"/>
            <a:ext cx="7577145" cy="32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044" spc="7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sz="3044" spc="7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MD. Imran Hosen</a:t>
            </a:r>
          </a:p>
          <a:p>
            <a:pPr algn="l">
              <a:lnSpc>
                <a:spcPts val="4262"/>
              </a:lnSpc>
            </a:pPr>
            <a:r>
              <a:rPr lang="en-US" sz="3044" spc="7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iD: IT24060</a:t>
            </a:r>
          </a:p>
          <a:p>
            <a:pPr algn="l">
              <a:lnSpc>
                <a:spcPts val="4262"/>
              </a:lnSpc>
            </a:pPr>
            <a:r>
              <a:rPr lang="en-US" sz="3044" spc="7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Instructor:Lecturer Mr. Mahedi Hasan Sir</a:t>
            </a:r>
          </a:p>
          <a:p>
            <a:pPr algn="l">
              <a:lnSpc>
                <a:spcPts val="4262"/>
              </a:lnSpc>
            </a:pPr>
            <a:r>
              <a:rPr lang="en-US" sz="3044" spc="7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Department of ICT,MBSTU</a:t>
            </a:r>
          </a:p>
          <a:p>
            <a:pPr algn="l">
              <a:lnSpc>
                <a:spcPts val="4262"/>
              </a:lnSpc>
              <a:spcBef>
                <a:spcPct val="0"/>
              </a:spcBef>
            </a:pP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188822" y="4715423"/>
            <a:ext cx="2595839" cy="2592594"/>
          </a:xfrm>
          <a:custGeom>
            <a:avLst/>
            <a:gdLst/>
            <a:ahLst/>
            <a:cxnLst/>
            <a:rect r="r" b="b" t="t" l="l"/>
            <a:pathLst>
              <a:path h="2592594" w="2595839">
                <a:moveTo>
                  <a:pt x="0" y="0"/>
                </a:moveTo>
                <a:lnTo>
                  <a:pt x="2595839" y="0"/>
                </a:lnTo>
                <a:lnTo>
                  <a:pt x="2595839" y="2592594"/>
                </a:lnTo>
                <a:lnTo>
                  <a:pt x="0" y="25925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855407" y="7594435"/>
            <a:ext cx="2595839" cy="2592594"/>
          </a:xfrm>
          <a:custGeom>
            <a:avLst/>
            <a:gdLst/>
            <a:ahLst/>
            <a:cxnLst/>
            <a:rect r="r" b="b" t="t" l="l"/>
            <a:pathLst>
              <a:path h="2592594" w="2595839">
                <a:moveTo>
                  <a:pt x="0" y="0"/>
                </a:moveTo>
                <a:lnTo>
                  <a:pt x="2595838" y="0"/>
                </a:lnTo>
                <a:lnTo>
                  <a:pt x="2595838" y="2592594"/>
                </a:lnTo>
                <a:lnTo>
                  <a:pt x="0" y="25925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17969" y="2204713"/>
            <a:ext cx="9687298" cy="11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2"/>
              </a:lnSpc>
            </a:pPr>
            <a:r>
              <a:rPr lang="en-US" sz="7702" spc="-161" b="true">
                <a:solidFill>
                  <a:srgbClr val="0F5995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2D Tennis Game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3699173" y="6792647"/>
            <a:ext cx="742704" cy="742704"/>
          </a:xfrm>
          <a:custGeom>
            <a:avLst/>
            <a:gdLst/>
            <a:ahLst/>
            <a:cxnLst/>
            <a:rect r="r" b="b" t="t" l="l"/>
            <a:pathLst>
              <a:path h="742704" w="742704">
                <a:moveTo>
                  <a:pt x="0" y="0"/>
                </a:moveTo>
                <a:lnTo>
                  <a:pt x="742704" y="0"/>
                </a:lnTo>
                <a:lnTo>
                  <a:pt x="742704" y="742705"/>
                </a:lnTo>
                <a:lnTo>
                  <a:pt x="0" y="7427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-2623119" y="-2629198"/>
            <a:ext cx="6656198" cy="5258396"/>
          </a:xfrm>
          <a:custGeom>
            <a:avLst/>
            <a:gdLst/>
            <a:ahLst/>
            <a:cxnLst/>
            <a:rect r="r" b="b" t="t" l="l"/>
            <a:pathLst>
              <a:path h="5258396" w="6656198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70543"/>
            <a:ext cx="13325556" cy="411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3713" b="true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• This project is a 2-player tennis game made with C++ and SFML 3.0.</a:t>
            </a:r>
          </a:p>
          <a:p>
            <a:pPr algn="l">
              <a:lnSpc>
                <a:spcPts val="6610"/>
              </a:lnSpc>
            </a:pPr>
            <a:r>
              <a:rPr lang="en-US" sz="3713" b="true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• Inspired by the classic Ping Pong game.</a:t>
            </a:r>
          </a:p>
          <a:p>
            <a:pPr algn="l">
              <a:lnSpc>
                <a:spcPts val="6610"/>
              </a:lnSpc>
            </a:pPr>
            <a:r>
              <a:rPr lang="en-US" sz="3713" b="true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• Main objective: score 10 points before the opponent.</a:t>
            </a:r>
          </a:p>
          <a:p>
            <a:pPr algn="l">
              <a:lnSpc>
                <a:spcPts val="661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0404" cy="2618877"/>
            </a:xfrm>
            <a:custGeom>
              <a:avLst/>
              <a:gdLst/>
              <a:ahLst/>
              <a:cxnLst/>
              <a:rect r="r" b="b" t="t" l="l"/>
              <a:pathLst>
                <a:path h="2618877" w="470404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2293" cy="1849747"/>
            </a:xfrm>
            <a:custGeom>
              <a:avLst/>
              <a:gdLst/>
              <a:ahLst/>
              <a:cxnLst/>
              <a:rect r="r" b="b" t="t" l="l"/>
              <a:pathLst>
                <a:path h="1849747" w="4062293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400000">
            <a:off x="8119194" y="-2318241"/>
            <a:ext cx="11205779" cy="10911627"/>
          </a:xfrm>
          <a:custGeom>
            <a:avLst/>
            <a:gdLst/>
            <a:ahLst/>
            <a:cxnLst/>
            <a:rect r="r" b="b" t="t" l="l"/>
            <a:pathLst>
              <a:path h="10911627" w="11205779">
                <a:moveTo>
                  <a:pt x="0" y="10911627"/>
                </a:moveTo>
                <a:lnTo>
                  <a:pt x="11205779" y="10911627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214330"/>
            <a:ext cx="7237570" cy="1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true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AutoShape 12" id="12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cap="flat" w="38100">
            <a:solidFill>
              <a:srgbClr val="F3F6F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39437" y="-2968934"/>
            <a:ext cx="6922219" cy="10911627"/>
          </a:xfrm>
          <a:custGeom>
            <a:avLst/>
            <a:gdLst/>
            <a:ahLst/>
            <a:cxnLst/>
            <a:rect r="r" b="b" t="t" l="l"/>
            <a:pathLst>
              <a:path h="10911627" w="6922219">
                <a:moveTo>
                  <a:pt x="0" y="0"/>
                </a:moveTo>
                <a:lnTo>
                  <a:pt x="6922219" y="0"/>
                </a:lnTo>
                <a:lnTo>
                  <a:pt x="6922219" y="10911627"/>
                </a:lnTo>
                <a:lnTo>
                  <a:pt x="0" y="10911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188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51933">
            <a:off x="179230" y="2590504"/>
            <a:ext cx="20414930" cy="11270142"/>
            <a:chOff x="0" y="0"/>
            <a:chExt cx="5376772" cy="2968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76772" cy="2968268"/>
            </a:xfrm>
            <a:custGeom>
              <a:avLst/>
              <a:gdLst/>
              <a:ahLst/>
              <a:cxnLst/>
              <a:rect r="r" b="b" t="t" l="l"/>
              <a:pathLst>
                <a:path h="2968268" w="5376772">
                  <a:moveTo>
                    <a:pt x="0" y="0"/>
                  </a:moveTo>
                  <a:lnTo>
                    <a:pt x="5376772" y="0"/>
                  </a:lnTo>
                  <a:lnTo>
                    <a:pt x="5376772" y="2968268"/>
                  </a:lnTo>
                  <a:lnTo>
                    <a:pt x="0" y="296826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76772" cy="3015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369120"/>
            <a:ext cx="7237570" cy="286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true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Libraries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08747" y="4339845"/>
            <a:ext cx="16939981" cy="46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01685" indent="-650843" lvl="1">
              <a:lnSpc>
                <a:spcPts val="9345"/>
              </a:lnSpc>
              <a:buFont typeface="Arial"/>
              <a:buChar char="•"/>
            </a:pPr>
            <a:r>
              <a:rPr lang="en-US" sz="602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Language: C++</a:t>
            </a:r>
          </a:p>
          <a:p>
            <a:pPr algn="l" marL="1301685" indent="-650843" lvl="1">
              <a:lnSpc>
                <a:spcPts val="9345"/>
              </a:lnSpc>
              <a:buFont typeface="Arial"/>
              <a:buChar char="•"/>
            </a:pPr>
            <a:r>
              <a:rPr lang="en-US" sz="602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Graphics Library: SFML 3.0</a:t>
            </a:r>
          </a:p>
          <a:p>
            <a:pPr algn="l" marL="1301685" indent="-650843" lvl="1">
              <a:lnSpc>
                <a:spcPts val="9345"/>
              </a:lnSpc>
              <a:buFont typeface="Arial"/>
              <a:buChar char="•"/>
            </a:pPr>
            <a:r>
              <a:rPr lang="en-US" sz="602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Compiler: VS Code</a:t>
            </a:r>
          </a:p>
          <a:p>
            <a:pPr algn="l" marL="1301685" indent="-650843" lvl="1">
              <a:lnSpc>
                <a:spcPts val="9345"/>
              </a:lnSpc>
              <a:buFont typeface="Arial"/>
              <a:buChar char="•"/>
            </a:pPr>
            <a:r>
              <a:rPr lang="en-US" sz="602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Font: Arial (for score display)</a:t>
            </a:r>
          </a:p>
        </p:txBody>
      </p:sp>
      <p:grpSp>
        <p:nvGrpSpPr>
          <p:cNvPr name="Group 8" id="8"/>
          <p:cNvGrpSpPr/>
          <p:nvPr/>
        </p:nvGrpSpPr>
        <p:grpSpPr>
          <a:xfrm rot="-4667749">
            <a:off x="14350320" y="-3994161"/>
            <a:ext cx="3720768" cy="7555779"/>
            <a:chOff x="0" y="0"/>
            <a:chExt cx="979955" cy="199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9955" cy="1989999"/>
            </a:xfrm>
            <a:custGeom>
              <a:avLst/>
              <a:gdLst/>
              <a:ahLst/>
              <a:cxnLst/>
              <a:rect r="r" b="b" t="t" l="l"/>
              <a:pathLst>
                <a:path h="1989999" w="979955">
                  <a:moveTo>
                    <a:pt x="0" y="0"/>
                  </a:moveTo>
                  <a:lnTo>
                    <a:pt x="979955" y="0"/>
                  </a:lnTo>
                  <a:lnTo>
                    <a:pt x="979955" y="1989999"/>
                  </a:lnTo>
                  <a:lnTo>
                    <a:pt x="0" y="1989999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79955" cy="203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1970442">
            <a:off x="10642332" y="3587829"/>
            <a:ext cx="11643412" cy="0"/>
          </a:xfrm>
          <a:prstGeom prst="line">
            <a:avLst/>
          </a:prstGeom>
          <a:ln cap="flat" w="38100">
            <a:solidFill>
              <a:srgbClr val="F3F6F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144000" y="0"/>
            <a:ext cx="10308563" cy="1030856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0" t="0" r="-4999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true" rot="5400000">
            <a:off x="11208602" y="-4376167"/>
            <a:ext cx="5375133" cy="8472926"/>
          </a:xfrm>
          <a:custGeom>
            <a:avLst/>
            <a:gdLst/>
            <a:ahLst/>
            <a:cxnLst/>
            <a:rect r="r" b="b" t="t" l="l"/>
            <a:pathLst>
              <a:path h="8472926" w="5375133">
                <a:moveTo>
                  <a:pt x="5375133" y="8472925"/>
                </a:moveTo>
                <a:lnTo>
                  <a:pt x="0" y="8472925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6188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126549" y="5719717"/>
            <a:ext cx="4632681" cy="5258396"/>
          </a:xfrm>
          <a:custGeom>
            <a:avLst/>
            <a:gdLst/>
            <a:ahLst/>
            <a:cxnLst/>
            <a:rect r="r" b="b" t="t" l="l"/>
            <a:pathLst>
              <a:path h="5258396" w="4632681">
                <a:moveTo>
                  <a:pt x="0" y="0"/>
                </a:moveTo>
                <a:lnTo>
                  <a:pt x="4632680" y="0"/>
                </a:lnTo>
                <a:lnTo>
                  <a:pt x="4632680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4367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845962">
            <a:off x="2694164" y="5655333"/>
            <a:ext cx="3720768" cy="12187601"/>
            <a:chOff x="0" y="0"/>
            <a:chExt cx="979955" cy="3209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9955" cy="3209903"/>
            </a:xfrm>
            <a:custGeom>
              <a:avLst/>
              <a:gdLst/>
              <a:ahLst/>
              <a:cxnLst/>
              <a:rect r="r" b="b" t="t" l="l"/>
              <a:pathLst>
                <a:path h="3209903" w="979955">
                  <a:moveTo>
                    <a:pt x="0" y="0"/>
                  </a:moveTo>
                  <a:lnTo>
                    <a:pt x="979955" y="0"/>
                  </a:lnTo>
                  <a:lnTo>
                    <a:pt x="979955" y="3209903"/>
                  </a:lnTo>
                  <a:lnTo>
                    <a:pt x="0" y="3209903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79955" cy="325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161369"/>
            <a:ext cx="8971636" cy="1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true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Game Elements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6239" y="3122486"/>
            <a:ext cx="13642043" cy="408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6589" indent="-403294" lvl="1">
              <a:lnSpc>
                <a:spcPts val="6649"/>
              </a:lnSpc>
              <a:buFont typeface="Arial"/>
              <a:buChar char="•"/>
            </a:pPr>
            <a:r>
              <a:rPr lang="en-US" b="true" sz="3735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Player 1 Bat – controlled with W / S keys</a:t>
            </a:r>
          </a:p>
          <a:p>
            <a:pPr algn="just" marL="806589" indent="-403294" lvl="1">
              <a:lnSpc>
                <a:spcPts val="6649"/>
              </a:lnSpc>
              <a:buFont typeface="Arial"/>
              <a:buChar char="•"/>
            </a:pPr>
            <a:r>
              <a:rPr lang="en-US" b="true" sz="3735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Player 2 Bat – controlled with Arrow Up / Down</a:t>
            </a:r>
          </a:p>
          <a:p>
            <a:pPr algn="just" marL="806589" indent="-403294" lvl="1">
              <a:lnSpc>
                <a:spcPts val="6649"/>
              </a:lnSpc>
              <a:buFont typeface="Arial"/>
              <a:buChar char="•"/>
            </a:pPr>
            <a:r>
              <a:rPr lang="en-US" b="true" sz="3735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Ball – moves automatically with velocity</a:t>
            </a:r>
          </a:p>
          <a:p>
            <a:pPr algn="just" marL="806589" indent="-403294" lvl="1">
              <a:lnSpc>
                <a:spcPts val="6649"/>
              </a:lnSpc>
              <a:buFont typeface="Arial"/>
              <a:buChar char="•"/>
            </a:pPr>
            <a:r>
              <a:rPr lang="en-US" b="true" sz="3735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Score System – displays live score (e.g., 3 : 2)</a:t>
            </a:r>
          </a:p>
          <a:p>
            <a:pPr algn="just">
              <a:lnSpc>
                <a:spcPts val="66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10308563" cy="1030856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0" t="0" r="-4999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true" rot="5400000">
            <a:off x="11363970" y="-4003706"/>
            <a:ext cx="5375133" cy="8472926"/>
          </a:xfrm>
          <a:custGeom>
            <a:avLst/>
            <a:gdLst/>
            <a:ahLst/>
            <a:cxnLst/>
            <a:rect r="r" b="b" t="t" l="l"/>
            <a:pathLst>
              <a:path h="8472926" w="5375133">
                <a:moveTo>
                  <a:pt x="5375134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4" y="0"/>
                </a:lnTo>
                <a:lnTo>
                  <a:pt x="5375134" y="84729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6188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126549" y="5719717"/>
            <a:ext cx="4632681" cy="5258396"/>
          </a:xfrm>
          <a:custGeom>
            <a:avLst/>
            <a:gdLst/>
            <a:ahLst/>
            <a:cxnLst/>
            <a:rect r="r" b="b" t="t" l="l"/>
            <a:pathLst>
              <a:path h="5258396" w="4632681">
                <a:moveTo>
                  <a:pt x="0" y="0"/>
                </a:moveTo>
                <a:lnTo>
                  <a:pt x="4632680" y="0"/>
                </a:lnTo>
                <a:lnTo>
                  <a:pt x="4632680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4367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845962">
            <a:off x="2694164" y="5655333"/>
            <a:ext cx="3720768" cy="12187601"/>
            <a:chOff x="0" y="0"/>
            <a:chExt cx="979955" cy="3209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9955" cy="3209903"/>
            </a:xfrm>
            <a:custGeom>
              <a:avLst/>
              <a:gdLst/>
              <a:ahLst/>
              <a:cxnLst/>
              <a:rect r="r" b="b" t="t" l="l"/>
              <a:pathLst>
                <a:path h="3209903" w="979955">
                  <a:moveTo>
                    <a:pt x="0" y="0"/>
                  </a:moveTo>
                  <a:lnTo>
                    <a:pt x="979955" y="0"/>
                  </a:lnTo>
                  <a:lnTo>
                    <a:pt x="979955" y="3209903"/>
                  </a:lnTo>
                  <a:lnTo>
                    <a:pt x="0" y="3209903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79955" cy="325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23959" y="1205376"/>
            <a:ext cx="10901663" cy="1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true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Code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59" y="3328988"/>
            <a:ext cx="12401075" cy="446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216" indent="-366608" lvl="1">
              <a:lnSpc>
                <a:spcPts val="6045"/>
              </a:lnSpc>
              <a:buFont typeface="Arial"/>
              <a:buChar char="•"/>
            </a:pPr>
            <a:r>
              <a:rPr lang="en-US" b="true" sz="3396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Event Handling → Window close with Event::Closed</a:t>
            </a:r>
          </a:p>
          <a:p>
            <a:pPr algn="just" marL="733216" indent="-366608" lvl="1">
              <a:lnSpc>
                <a:spcPts val="6045"/>
              </a:lnSpc>
              <a:buFont typeface="Arial"/>
              <a:buChar char="•"/>
            </a:pPr>
            <a:r>
              <a:rPr lang="en-US" b="true" sz="3396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Movement → Keyboard input for bat</a:t>
            </a:r>
          </a:p>
          <a:p>
            <a:pPr algn="just" marL="733216" indent="-366608" lvl="1">
              <a:lnSpc>
                <a:spcPts val="6045"/>
              </a:lnSpc>
              <a:buFont typeface="Arial"/>
              <a:buChar char="•"/>
            </a:pPr>
            <a:r>
              <a:rPr lang="en-US" b="true" sz="3396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Physics → Ball bounces on top/bottom walls</a:t>
            </a:r>
          </a:p>
          <a:p>
            <a:pPr algn="just" marL="733216" indent="-366608" lvl="1">
              <a:lnSpc>
                <a:spcPts val="6045"/>
              </a:lnSpc>
              <a:buFont typeface="Arial"/>
              <a:buChar char="•"/>
            </a:pPr>
            <a:r>
              <a:rPr lang="en-US" b="true" sz="3396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Collision Detection → Bat-ball collision via intersects()</a:t>
            </a:r>
          </a:p>
          <a:p>
            <a:pPr algn="just" marL="733216" indent="-366608" lvl="1">
              <a:lnSpc>
                <a:spcPts val="6045"/>
              </a:lnSpc>
              <a:buFont typeface="Arial"/>
              <a:buChar char="•"/>
            </a:pPr>
            <a:r>
              <a:rPr lang="en-US" b="true" sz="3396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Score Update → Resets ball &amp; increments player score</a:t>
            </a:r>
          </a:p>
          <a:p>
            <a:pPr algn="just">
              <a:lnSpc>
                <a:spcPts val="60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10308563" cy="1030856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0" t="0" r="-4999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true" rot="5400000">
            <a:off x="11208602" y="-4376167"/>
            <a:ext cx="5375133" cy="8472926"/>
          </a:xfrm>
          <a:custGeom>
            <a:avLst/>
            <a:gdLst/>
            <a:ahLst/>
            <a:cxnLst/>
            <a:rect r="r" b="b" t="t" l="l"/>
            <a:pathLst>
              <a:path h="8472926" w="5375133">
                <a:moveTo>
                  <a:pt x="5375133" y="8472925"/>
                </a:moveTo>
                <a:lnTo>
                  <a:pt x="0" y="8472925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6188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126549" y="5719717"/>
            <a:ext cx="4632681" cy="5258396"/>
          </a:xfrm>
          <a:custGeom>
            <a:avLst/>
            <a:gdLst/>
            <a:ahLst/>
            <a:cxnLst/>
            <a:rect r="r" b="b" t="t" l="l"/>
            <a:pathLst>
              <a:path h="5258396" w="4632681">
                <a:moveTo>
                  <a:pt x="0" y="0"/>
                </a:moveTo>
                <a:lnTo>
                  <a:pt x="4632680" y="0"/>
                </a:lnTo>
                <a:lnTo>
                  <a:pt x="4632680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4367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845962">
            <a:off x="2694164" y="5655333"/>
            <a:ext cx="3720768" cy="12187601"/>
            <a:chOff x="0" y="0"/>
            <a:chExt cx="979955" cy="3209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9955" cy="3209903"/>
            </a:xfrm>
            <a:custGeom>
              <a:avLst/>
              <a:gdLst/>
              <a:ahLst/>
              <a:cxnLst/>
              <a:rect r="r" b="b" t="t" l="l"/>
              <a:pathLst>
                <a:path h="3209903" w="979955">
                  <a:moveTo>
                    <a:pt x="0" y="0"/>
                  </a:moveTo>
                  <a:lnTo>
                    <a:pt x="979955" y="0"/>
                  </a:lnTo>
                  <a:lnTo>
                    <a:pt x="979955" y="3209903"/>
                  </a:lnTo>
                  <a:lnTo>
                    <a:pt x="0" y="3209903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79955" cy="325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161369"/>
            <a:ext cx="8971636" cy="1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true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Gameplay Rules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080068"/>
            <a:ext cx="12867468" cy="467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792" indent="-380396" lvl="1">
              <a:lnSpc>
                <a:spcPts val="6272"/>
              </a:lnSpc>
              <a:buFont typeface="Arial"/>
              <a:buChar char="•"/>
            </a:pPr>
            <a:r>
              <a:rPr lang="en-US" b="true" sz="3523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Ball starts at center.</a:t>
            </a:r>
          </a:p>
          <a:p>
            <a:pPr algn="just" marL="760792" indent="-380396" lvl="1">
              <a:lnSpc>
                <a:spcPts val="6272"/>
              </a:lnSpc>
              <a:buFont typeface="Arial"/>
              <a:buChar char="•"/>
            </a:pPr>
            <a:r>
              <a:rPr lang="en-US" b="true" sz="3523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Players move paddles to prevent ball from passing.</a:t>
            </a:r>
          </a:p>
          <a:p>
            <a:pPr algn="just" marL="760792" indent="-380396" lvl="1">
              <a:lnSpc>
                <a:spcPts val="6272"/>
              </a:lnSpc>
              <a:buFont typeface="Arial"/>
              <a:buChar char="•"/>
            </a:pPr>
            <a:r>
              <a:rPr lang="en-US" b="true" sz="3523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Ball bounces back when hit by bat.</a:t>
            </a:r>
          </a:p>
          <a:p>
            <a:pPr algn="just" marL="760792" indent="-380396" lvl="1">
              <a:lnSpc>
                <a:spcPts val="6272"/>
              </a:lnSpc>
              <a:buFont typeface="Arial"/>
              <a:buChar char="•"/>
            </a:pPr>
            <a:r>
              <a:rPr lang="en-US" b="true" sz="3523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Game ends when any player scores 10 points.</a:t>
            </a:r>
          </a:p>
          <a:p>
            <a:pPr algn="just" marL="760792" indent="-380396" lvl="1">
              <a:lnSpc>
                <a:spcPts val="6272"/>
              </a:lnSpc>
              <a:buFont typeface="Arial"/>
              <a:buChar char="•"/>
            </a:pPr>
            <a:r>
              <a:rPr lang="en-US" b="true" sz="3523">
                <a:solidFill>
                  <a:srgbClr val="1C3F6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Winner shown as → “PLAYER X WIN”</a:t>
            </a:r>
          </a:p>
          <a:p>
            <a:pPr algn="just">
              <a:lnSpc>
                <a:spcPts val="627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186689" y="-2827385"/>
            <a:ext cx="6989146" cy="11017126"/>
          </a:xfrm>
          <a:custGeom>
            <a:avLst/>
            <a:gdLst/>
            <a:ahLst/>
            <a:cxnLst/>
            <a:rect r="r" b="b" t="t" l="l"/>
            <a:pathLst>
              <a:path h="11017126" w="6989146">
                <a:moveTo>
                  <a:pt x="0" y="0"/>
                </a:moveTo>
                <a:lnTo>
                  <a:pt x="6989146" y="0"/>
                </a:lnTo>
                <a:lnTo>
                  <a:pt x="6989146" y="11017126"/>
                </a:lnTo>
                <a:lnTo>
                  <a:pt x="0" y="11017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188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6118598">
            <a:off x="2011723" y="-5612517"/>
            <a:ext cx="1636659" cy="11599048"/>
            <a:chOff x="0" y="0"/>
            <a:chExt cx="431054" cy="30548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054" cy="3054893"/>
            </a:xfrm>
            <a:custGeom>
              <a:avLst/>
              <a:gdLst/>
              <a:ahLst/>
              <a:cxnLst/>
              <a:rect r="r" b="b" t="t" l="l"/>
              <a:pathLst>
                <a:path h="3054893" w="431054">
                  <a:moveTo>
                    <a:pt x="0" y="0"/>
                  </a:moveTo>
                  <a:lnTo>
                    <a:pt x="431054" y="0"/>
                  </a:lnTo>
                  <a:lnTo>
                    <a:pt x="431054" y="3054893"/>
                  </a:lnTo>
                  <a:lnTo>
                    <a:pt x="0" y="3054893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1054" cy="3102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6118598">
            <a:off x="14678426" y="4459320"/>
            <a:ext cx="1769778" cy="11599048"/>
            <a:chOff x="0" y="0"/>
            <a:chExt cx="466114" cy="3054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6114" cy="3054893"/>
            </a:xfrm>
            <a:custGeom>
              <a:avLst/>
              <a:gdLst/>
              <a:ahLst/>
              <a:cxnLst/>
              <a:rect r="r" b="b" t="t" l="l"/>
              <a:pathLst>
                <a:path h="3054893" w="466114">
                  <a:moveTo>
                    <a:pt x="0" y="0"/>
                  </a:moveTo>
                  <a:lnTo>
                    <a:pt x="466114" y="0"/>
                  </a:lnTo>
                  <a:lnTo>
                    <a:pt x="466114" y="3054893"/>
                  </a:lnTo>
                  <a:lnTo>
                    <a:pt x="0" y="3054893"/>
                  </a:ln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66114" cy="3102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46831" y="2681178"/>
            <a:ext cx="8594338" cy="6916090"/>
          </a:xfrm>
          <a:custGeom>
            <a:avLst/>
            <a:gdLst/>
            <a:ahLst/>
            <a:cxnLst/>
            <a:rect r="r" b="b" t="t" l="l"/>
            <a:pathLst>
              <a:path h="6916090" w="8594338">
                <a:moveTo>
                  <a:pt x="0" y="0"/>
                </a:moveTo>
                <a:lnTo>
                  <a:pt x="8594338" y="0"/>
                </a:lnTo>
                <a:lnTo>
                  <a:pt x="8594338" y="6916090"/>
                </a:lnTo>
                <a:lnTo>
                  <a:pt x="0" y="691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76329" y="1200150"/>
            <a:ext cx="6535341" cy="1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3"/>
              </a:lnSpc>
            </a:pPr>
            <a:r>
              <a:rPr lang="en-US" b="true" sz="8299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28700" y="3831463"/>
            <a:ext cx="5373473" cy="5340708"/>
          </a:xfrm>
          <a:custGeom>
            <a:avLst/>
            <a:gdLst/>
            <a:ahLst/>
            <a:cxnLst/>
            <a:rect r="r" b="b" t="t" l="l"/>
            <a:pathLst>
              <a:path h="5340708" w="5373473">
                <a:moveTo>
                  <a:pt x="0" y="0"/>
                </a:moveTo>
                <a:lnTo>
                  <a:pt x="5373473" y="0"/>
                </a:lnTo>
                <a:lnTo>
                  <a:pt x="5373473" y="5340708"/>
                </a:lnTo>
                <a:lnTo>
                  <a:pt x="0" y="5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96614"/>
            <a:ext cx="8115300" cy="211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true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Challenges &amp; Solutions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02173" y="4569545"/>
            <a:ext cx="9258253" cy="435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8383" indent="-304191" lvl="1">
              <a:lnSpc>
                <a:spcPts val="5015"/>
              </a:lnSpc>
              <a:buFont typeface="Arial"/>
              <a:buChar char="•"/>
            </a:pPr>
            <a:r>
              <a:rPr lang="en-US" b="true" sz="2817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Challenge: Ball-bat collision → Solved using bounding box check</a:t>
            </a:r>
          </a:p>
          <a:p>
            <a:pPr algn="just" marL="608383" indent="-304191" lvl="1">
              <a:lnSpc>
                <a:spcPts val="5015"/>
              </a:lnSpc>
              <a:buFont typeface="Arial"/>
              <a:buChar char="•"/>
            </a:pPr>
            <a:r>
              <a:rPr lang="en-US" b="true" sz="2817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Challenge: Restrict bats inside window → Position checks before moving</a:t>
            </a:r>
          </a:p>
          <a:p>
            <a:pPr algn="just" marL="608383" indent="-304191" lvl="1">
              <a:lnSpc>
                <a:spcPts val="5015"/>
              </a:lnSpc>
              <a:buFont typeface="Arial"/>
              <a:buChar char="•"/>
            </a:pPr>
            <a:r>
              <a:rPr lang="en-US" b="true" sz="2817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Challenge: Score updating → Used Text + string conversion</a:t>
            </a:r>
          </a:p>
          <a:p>
            <a:pPr algn="just">
              <a:lnSpc>
                <a:spcPts val="5015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9261838">
            <a:off x="16065115" y="-1328775"/>
            <a:ext cx="3580560" cy="10320476"/>
            <a:chOff x="0" y="0"/>
            <a:chExt cx="943028" cy="2718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3028" cy="2718150"/>
            </a:xfrm>
            <a:custGeom>
              <a:avLst/>
              <a:gdLst/>
              <a:ahLst/>
              <a:cxnLst/>
              <a:rect r="r" b="b" t="t" l="l"/>
              <a:pathLst>
                <a:path h="2718150" w="943028">
                  <a:moveTo>
                    <a:pt x="0" y="0"/>
                  </a:moveTo>
                  <a:lnTo>
                    <a:pt x="943028" y="0"/>
                  </a:lnTo>
                  <a:lnTo>
                    <a:pt x="943028" y="2718150"/>
                  </a:lnTo>
                  <a:lnTo>
                    <a:pt x="0" y="271815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43028" cy="276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8914360">
            <a:off x="9984547" y="-3000392"/>
            <a:ext cx="8093176" cy="5501063"/>
            <a:chOff x="0" y="0"/>
            <a:chExt cx="2131536" cy="144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1536" cy="1448840"/>
            </a:xfrm>
            <a:custGeom>
              <a:avLst/>
              <a:gdLst/>
              <a:ahLst/>
              <a:cxnLst/>
              <a:rect r="r" b="b" t="t" l="l"/>
              <a:pathLst>
                <a:path h="1448840" w="2131536">
                  <a:moveTo>
                    <a:pt x="0" y="0"/>
                  </a:moveTo>
                  <a:lnTo>
                    <a:pt x="2131536" y="0"/>
                  </a:lnTo>
                  <a:lnTo>
                    <a:pt x="2131536" y="1448840"/>
                  </a:lnTo>
                  <a:lnTo>
                    <a:pt x="0" y="144884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31536" cy="1496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true" rot="-2880474">
            <a:off x="14030375" y="-2657394"/>
            <a:ext cx="4379678" cy="6903771"/>
          </a:xfrm>
          <a:custGeom>
            <a:avLst/>
            <a:gdLst/>
            <a:ahLst/>
            <a:cxnLst/>
            <a:rect r="r" b="b" t="t" l="l"/>
            <a:pathLst>
              <a:path h="6903771" w="4379678">
                <a:moveTo>
                  <a:pt x="4379678" y="6903771"/>
                </a:moveTo>
                <a:lnTo>
                  <a:pt x="0" y="6903771"/>
                </a:lnTo>
                <a:lnTo>
                  <a:pt x="0" y="0"/>
                </a:lnTo>
                <a:lnTo>
                  <a:pt x="4379678" y="0"/>
                </a:lnTo>
                <a:lnTo>
                  <a:pt x="4379678" y="6903771"/>
                </a:lnTo>
                <a:close/>
              </a:path>
            </a:pathLst>
          </a:custGeom>
          <a:blipFill>
            <a:blip r:embed="rId4">
              <a:alphaModFix amt="6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6188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996924" y="-1810932"/>
            <a:ext cx="11205779" cy="10911627"/>
          </a:xfrm>
          <a:custGeom>
            <a:avLst/>
            <a:gdLst/>
            <a:ahLst/>
            <a:cxnLst/>
            <a:rect r="r" b="b" t="t" l="l"/>
            <a:pathLst>
              <a:path h="10911627" w="11205779">
                <a:moveTo>
                  <a:pt x="0" y="10911627"/>
                </a:moveTo>
                <a:lnTo>
                  <a:pt x="11205779" y="10911627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03481">
            <a:off x="-1558769" y="-2721739"/>
            <a:ext cx="7821074" cy="19539727"/>
            <a:chOff x="0" y="0"/>
            <a:chExt cx="2059871" cy="5146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9872" cy="5146266"/>
            </a:xfrm>
            <a:custGeom>
              <a:avLst/>
              <a:gdLst/>
              <a:ahLst/>
              <a:cxnLst/>
              <a:rect r="r" b="b" t="t" l="l"/>
              <a:pathLst>
                <a:path h="5146266" w="2059872">
                  <a:moveTo>
                    <a:pt x="0" y="0"/>
                  </a:moveTo>
                  <a:lnTo>
                    <a:pt x="2059872" y="0"/>
                  </a:lnTo>
                  <a:lnTo>
                    <a:pt x="2059872" y="5146266"/>
                  </a:lnTo>
                  <a:lnTo>
                    <a:pt x="0" y="5146266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059871" cy="5193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425876">
            <a:off x="7248318" y="8786475"/>
            <a:ext cx="12022786" cy="2391367"/>
            <a:chOff x="0" y="0"/>
            <a:chExt cx="3166495" cy="629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6495" cy="629825"/>
            </a:xfrm>
            <a:custGeom>
              <a:avLst/>
              <a:gdLst/>
              <a:ahLst/>
              <a:cxnLst/>
              <a:rect r="r" b="b" t="t" l="l"/>
              <a:pathLst>
                <a:path h="629825" w="3166495">
                  <a:moveTo>
                    <a:pt x="0" y="0"/>
                  </a:moveTo>
                  <a:lnTo>
                    <a:pt x="3166495" y="0"/>
                  </a:lnTo>
                  <a:lnTo>
                    <a:pt x="3166495" y="629825"/>
                  </a:lnTo>
                  <a:lnTo>
                    <a:pt x="0" y="629825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66495" cy="67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5289240">
            <a:off x="-2960106" y="-896765"/>
            <a:ext cx="6656198" cy="5258396"/>
          </a:xfrm>
          <a:custGeom>
            <a:avLst/>
            <a:gdLst/>
            <a:ahLst/>
            <a:cxnLst/>
            <a:rect r="r" b="b" t="t" l="l"/>
            <a:pathLst>
              <a:path h="5258396" w="6656198">
                <a:moveTo>
                  <a:pt x="6656198" y="0"/>
                </a:moveTo>
                <a:lnTo>
                  <a:pt x="0" y="0"/>
                </a:lnTo>
                <a:lnTo>
                  <a:pt x="0" y="5258397"/>
                </a:lnTo>
                <a:lnTo>
                  <a:pt x="6656198" y="5258397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28844" y="2372398"/>
            <a:ext cx="8530456" cy="180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6"/>
              </a:lnSpc>
            </a:pPr>
            <a:r>
              <a:rPr lang="en-US" b="true" sz="10504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02874" y="4562523"/>
            <a:ext cx="7156426" cy="10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3"/>
              </a:lnSpc>
            </a:pPr>
            <a:r>
              <a:rPr lang="en-US" sz="6002">
                <a:solidFill>
                  <a:srgbClr val="1C3F60"/>
                </a:solidFill>
                <a:latin typeface="Proxima Nova"/>
                <a:ea typeface="Proxima Nova"/>
                <a:cs typeface="Proxima Nova"/>
                <a:sym typeface="Proxima Nova"/>
              </a:rPr>
              <a:t>For Your Attention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0274" y="6583032"/>
            <a:ext cx="7700144" cy="284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5450">
                <a:solidFill>
                  <a:srgbClr val="F3F6FA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by:</a:t>
            </a:r>
          </a:p>
          <a:p>
            <a:pPr algn="l">
              <a:lnSpc>
                <a:spcPts val="7630"/>
              </a:lnSpc>
            </a:pPr>
            <a:r>
              <a:rPr lang="en-US" sz="5450">
                <a:solidFill>
                  <a:srgbClr val="F3F6FA"/>
                </a:solidFill>
                <a:latin typeface="Proxima Nova"/>
                <a:ea typeface="Proxima Nova"/>
                <a:cs typeface="Proxima Nova"/>
                <a:sym typeface="Proxima Nova"/>
              </a:rPr>
              <a:t>MD. Imran Hosen</a:t>
            </a:r>
          </a:p>
          <a:p>
            <a:pPr algn="l">
              <a:lnSpc>
                <a:spcPts val="7630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rot="-2168403">
            <a:off x="2758997" y="9336932"/>
            <a:ext cx="5768425" cy="0"/>
          </a:xfrm>
          <a:prstGeom prst="line">
            <a:avLst/>
          </a:prstGeom>
          <a:ln cap="flat" w="38100">
            <a:solidFill>
              <a:srgbClr val="F3F6F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DAG1pzohD-U</dc:identifier>
  <dcterms:modified xsi:type="dcterms:W3CDTF">2011-08-01T06:04:30Z</dcterms:modified>
  <cp:revision>1</cp:revision>
  <dc:title>Navy and Broken White Geometric Thesis Defense Presentation</dc:title>
</cp:coreProperties>
</file>